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75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7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AppFornitore.init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AppFornitore.handleSubmitSku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makeCall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AppFornitore.handleSubmitSemplice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AppFornitore.handleCreaComposto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Aggiungi figlio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AppFornitore.handleTreeAddChild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Aggiungi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AppFornitore.handleTreeAddSku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Scollega / Elimina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AppFornitore.handleTreeUnlink / handleTreeDelete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focusout campo editabile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AppFornitore.handleTreeInlineEdit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AppFornitore.handleSalvaTree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ApiSyncController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AppFornitore.handleSearch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ApiRicercaController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AppFornitore.handleExpandSearchResult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AppFornitore.handleEliminaSku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719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AppCliente.init → caricaCatalogo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AppCliente.espandiNodo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(nuova)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AppCliente.handleSalvaConfigurazione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(nome, codiceRadice, scelte)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AppCliente.handleSalvaConfigurazione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PUT JSON (nome, scelte)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AppCliente.caricaConfigurazioni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AppCliente.apriDettaglio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AppCliente.apriModifica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AppCliente.cloneConfigurazione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AppCliente.eliminaConfigurazione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82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invio multipart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invio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inserimento prodotto + associazioni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 e vincoli prezzo; invio JSON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Verifica vincoli prezzo e profondità ≤ 3; inserimento prodotto + figli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Aggiungi figlio /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Aggiunta nodo/SKU al DOM; accodamento 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Scollega /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 DOM; accodamento 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inline edit focusout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Aggiornamento valore nel DOM; accodamento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Invio batch azioni pendenti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Esecuzione transazionale delle azioni; aggiornamento DB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risultati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full-text su SKU e prodotti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albero / dettaglio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 o dati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Eliminazione fisica SKU e configurazioni associate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catalogo prodotti (Z-A, paginato)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albero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figli del nodo (dati in 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(nuova)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(nome, codiceRadice, scelte SKU)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price snapshotting; inserimento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PUT JSON (nome, scelte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price snapshotting; aggiornamento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configurazioni del cliente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dettaglio +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form pre-compilato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configurazione + albero + scelte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Aggiunge nuova voce all'elenco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Inserimento copia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Eliminazione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82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SSR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href="/fornitore/home"&gt;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(codice, nome,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HomeFornitoreServlet.handleRicalcolaComposto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action="/fornitore/azione"&gt; azione=ELIMINA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action="/fornitore/azione"&gt; azione=RIMUOVI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(tipo, ID oggetto, ID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action="/fornitore/cerca"&gt;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CercaCatalogoServlet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ricerca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96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href="/cliente/configura?codice=…"&gt;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ConfiguraServlet.doPost → redirect 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action="/cliente/configura"&gt;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 → SalvaConfigurazioneServlet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href="/cliente/configurazioni"&gt;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MieConfigurazioniServlet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href="/cliente/dettaglio?idConfig=…"&gt;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DettaglioConfigurazioneServlet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(codice, nome,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Calcolo prezzoMin/Max da SKU; inserimento prodotto + associazioni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(semplice submit)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Calcolo somma prezzoMin/Max figli; salvataggio in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Verifica vincoli prezzo e profondità ≤ 3; inserimento transazionale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azione=ELIMINA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configurazioni clienti collegate; eliminazione fisica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azione=RIMUOVI (tipo, ID,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associazione SKU/figlio; ricalcolo prezzi padre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testuale su SKU e prodotti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prodotti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 (link)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prodotto; rendering form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Invio scelte SKU correnti come hidden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espandi=&lt;id&gt; + sku_* + aperto=*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GET con query string aggiornata (PRG stateless)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nome non vuoto; completezza scelte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completezza; price snapshotting; inserimento/aggiornamento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configurazioni del cliente (ordinate per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dettaglio configurazione +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C05000"/>
                </a:solidFill>
              </a:rPr>
              <a:t>Parti comuni  Cliente &amp; Fornitore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Controller / Event Handler  —  Parti </a:t>
            </a:r>
            <a:r>
              <a:rPr sz="2800" b="1" dirty="0" err="1">
                <a:solidFill>
                  <a:srgbClr val="000000"/>
                </a:solidFill>
              </a:rPr>
              <a:t>comuni</a:t>
            </a:r>
            <a:endParaRPr sz="28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AppX.init → api.getUser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ApiUserController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scaduta (401 su qualsiasi fetch)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→ redirect automatico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 = 'login.html'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generazione CSRF token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Visualizza nome utente in navbar; imposta CSRF token nel meta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Lettura sessione; restituzione username, nome, cognome, ruolo, CSRF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scaduta (401 su qualsiasi chiamata)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automatico a login.html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a 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automatico (nessun controller client)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 (filtri di sessione nelle 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Evento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CSRF token; redirect home per ruolo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HTTP; redirect a /login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side: DAO &amp; model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180" y="1647568"/>
            <a:ext cx="50292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Controllers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LoginServlet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ApiUserController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ApiSkuController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ApiProdottoTreeController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ApiSyncController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ApiConfigurazioneController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ApiRicercaController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ApiProdottoController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12" y="1647568"/>
            <a:ext cx="5486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Model objects (Beans)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Data Access Objects (Classes)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checkCredentials</a:t>
            </a:r>
            <a:r>
              <a:rPr dirty="0"/>
              <a:t>(username, </a:t>
            </a:r>
            <a:r>
              <a:rPr dirty="0" err="1"/>
              <a:t>pwd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SKUDAO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inserisciSku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getPrezzoReale</a:t>
            </a:r>
            <a:r>
              <a:rPr dirty="0"/>
              <a:t>(id)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eliminaDefinitivamente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inserisciProdottoComposto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getAlberoProdottoByCodice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inserisciTestata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inserisciDettagliBatch</a:t>
            </a:r>
            <a:r>
              <a:rPr dirty="0"/>
              <a:t>(...)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063" y="274638"/>
            <a:ext cx="11154697" cy="1143000"/>
          </a:xfrm>
        </p:spPr>
        <p:txBody>
          <a:bodyPr/>
          <a:lstStyle/>
          <a:p>
            <a:r>
              <a:rPr dirty="0"/>
              <a:t>Client side: view &amp; view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063" y="1696730"/>
            <a:ext cx="54864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A </a:t>
            </a:r>
            <a:r>
              <a:rPr dirty="0" err="1"/>
              <a:t>differenza</a:t>
            </a:r>
            <a:r>
              <a:rPr dirty="0"/>
              <a:t> della </a:t>
            </a:r>
            <a:r>
              <a:rPr dirty="0" err="1"/>
              <a:t>progettazione</a:t>
            </a:r>
            <a:r>
              <a:rPr dirty="0"/>
              <a:t> con HTML puro, le </a:t>
            </a:r>
            <a:r>
              <a:rPr dirty="0" err="1"/>
              <a:t>viste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calcolate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lato client</a:t>
            </a:r>
            <a:endParaRPr lang="it-IT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Un </a:t>
            </a:r>
            <a:r>
              <a:rPr dirty="0" err="1"/>
              <a:t>componente</a:t>
            </a:r>
            <a:r>
              <a:rPr dirty="0"/>
              <a:t> client-side della vista</a:t>
            </a:r>
            <a:r>
              <a:rPr lang="it-IT" dirty="0"/>
              <a:t>:</a:t>
            </a:r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eventuali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del view model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gestiscono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associati</a:t>
            </a:r>
            <a:r>
              <a:rPr dirty="0"/>
              <a:t> al </a:t>
            </a:r>
            <a:r>
              <a:rPr dirty="0" err="1"/>
              <a:t>componente</a:t>
            </a:r>
            <a:r>
              <a:rPr dirty="0"/>
              <a:t> e la </a:t>
            </a:r>
            <a:r>
              <a:rPr lang="it-IT" dirty="0"/>
              <a:t>			</a:t>
            </a:r>
            <a:r>
              <a:rPr dirty="0" err="1"/>
              <a:t>funzione</a:t>
            </a:r>
            <a:r>
              <a:rPr dirty="0"/>
              <a:t> di </a:t>
            </a:r>
            <a:r>
              <a:rPr dirty="0" err="1"/>
              <a:t>utilità</a:t>
            </a:r>
            <a:r>
              <a:rPr dirty="0"/>
              <a:t> per </a:t>
            </a:r>
            <a:r>
              <a:rPr dirty="0" err="1"/>
              <a:t>associare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ai </a:t>
            </a:r>
            <a:r>
              <a:rPr dirty="0" err="1"/>
              <a:t>rispettivi</a:t>
            </a:r>
            <a:r>
              <a:rPr dirty="0"/>
              <a:t> </a:t>
            </a:r>
            <a:r>
              <a:rPr dirty="0" err="1"/>
              <a:t>gestori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invocano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servizi</a:t>
            </a:r>
            <a:r>
              <a:rPr dirty="0"/>
              <a:t> </a:t>
            </a:r>
            <a:r>
              <a:rPr lang="it-IT" dirty="0"/>
              <a:t>		</a:t>
            </a:r>
            <a:r>
              <a:rPr dirty="0"/>
              <a:t>del server in maniera </a:t>
            </a:r>
            <a:r>
              <a:rPr dirty="0" err="1"/>
              <a:t>asincrona</a:t>
            </a:r>
            <a:r>
              <a:rPr dirty="0"/>
              <a:t> ed </a:t>
            </a:r>
            <a:r>
              <a:rPr lang="it-IT" dirty="0"/>
              <a:t>			</a:t>
            </a:r>
            <a:r>
              <a:rPr dirty="0" err="1"/>
              <a:t>eseguono</a:t>
            </a:r>
            <a:r>
              <a:rPr dirty="0"/>
              <a:t> il rendering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lang="it-IT" dirty="0"/>
              <a:t>				</a:t>
            </a:r>
            <a:r>
              <a:rPr dirty="0" err="1"/>
              <a:t>provenienti</a:t>
            </a:r>
            <a:r>
              <a:rPr dirty="0"/>
              <a:t> dal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1379" y="1696730"/>
            <a:ext cx="54864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/>
              <a:t>Index</a:t>
            </a:r>
          </a:p>
          <a:p>
            <a:pPr lvl="1">
              <a:defRPr sz="1600"/>
            </a:pPr>
            <a:r>
              <a:rPr dirty="0"/>
              <a:t>Login form</a:t>
            </a:r>
          </a:p>
          <a:p>
            <a:pPr lvl="2">
              <a:defRPr sz="1400"/>
            </a:pPr>
            <a:r>
              <a:rPr sz="1600" dirty="0" err="1"/>
              <a:t>Gestione</a:t>
            </a:r>
            <a:r>
              <a:rPr sz="1600" dirty="0"/>
              <a:t> del submit e degli </a:t>
            </a:r>
            <a:r>
              <a:rPr sz="1600" dirty="0" err="1"/>
              <a:t>errori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AppFornitore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init</a:t>
            </a:r>
            <a:r>
              <a:rPr sz="1600" dirty="0"/>
              <a:t>: carica </a:t>
            </a:r>
            <a:r>
              <a:rPr sz="1600" dirty="0" err="1"/>
              <a:t>dati</a:t>
            </a:r>
            <a:r>
              <a:rPr sz="1600" dirty="0"/>
              <a:t> </a:t>
            </a:r>
            <a:r>
              <a:rPr sz="1600" dirty="0" err="1"/>
              <a:t>iniziali</a:t>
            </a:r>
            <a:r>
              <a:rPr sz="1600" dirty="0"/>
              <a:t> dal server (</a:t>
            </a:r>
            <a:r>
              <a:rPr sz="1600" dirty="0" err="1"/>
              <a:t>orfani</a:t>
            </a:r>
            <a:r>
              <a:rPr sz="1600" dirty="0"/>
              <a:t>, </a:t>
            </a:r>
            <a:r>
              <a:rPr sz="1600" dirty="0" err="1"/>
              <a:t>catalogo</a:t>
            </a:r>
            <a:r>
              <a:rPr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handleSalvaTree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le </a:t>
            </a:r>
            <a:r>
              <a:rPr sz="1600" dirty="0" err="1"/>
              <a:t>azioni</a:t>
            </a:r>
            <a:r>
              <a:rPr sz="1600" dirty="0"/>
              <a:t> </a:t>
            </a:r>
            <a:r>
              <a:rPr sz="1600" dirty="0" err="1"/>
              <a:t>dell'editor</a:t>
            </a:r>
            <a:r>
              <a:rPr sz="1600" dirty="0"/>
              <a:t> </a:t>
            </a:r>
            <a:r>
              <a:rPr sz="1600" dirty="0" err="1"/>
              <a:t>albero</a:t>
            </a:r>
            <a:r>
              <a:rPr sz="1600" dirty="0"/>
              <a:t> al server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handleSubmitSku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 nuovo </a:t>
            </a:r>
            <a:r>
              <a:rPr sz="1600" dirty="0" err="1"/>
              <a:t>componente</a:t>
            </a:r>
            <a:r>
              <a:rPr sz="1600" dirty="0"/>
              <a:t> SKU</a:t>
            </a:r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AppCliente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caricaCatalogo</a:t>
            </a:r>
            <a:r>
              <a:rPr sz="1600" dirty="0"/>
              <a:t>: </a:t>
            </a:r>
            <a:r>
              <a:rPr sz="1600" dirty="0" err="1"/>
              <a:t>richiede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prodotti</a:t>
            </a:r>
            <a:r>
              <a:rPr sz="1600" dirty="0"/>
              <a:t> al server e </a:t>
            </a:r>
            <a:r>
              <a:rPr sz="1600" dirty="0" err="1"/>
              <a:t>aggiorna</a:t>
            </a:r>
            <a:r>
              <a:rPr sz="1600" dirty="0"/>
              <a:t> la vista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apriConfigurazione</a:t>
            </a:r>
            <a:r>
              <a:rPr sz="1600" dirty="0"/>
              <a:t>: </a:t>
            </a:r>
            <a:r>
              <a:rPr sz="1600" dirty="0" err="1"/>
              <a:t>renderizza</a:t>
            </a:r>
            <a:r>
              <a:rPr sz="1600" dirty="0"/>
              <a:t> </a:t>
            </a:r>
            <a:r>
              <a:rPr sz="1600" dirty="0" err="1"/>
              <a:t>l'albero</a:t>
            </a:r>
            <a:r>
              <a:rPr sz="1600" dirty="0"/>
              <a:t> per la </a:t>
            </a:r>
            <a:r>
              <a:rPr sz="1600" dirty="0" err="1"/>
              <a:t>scelta</a:t>
            </a:r>
            <a:r>
              <a:rPr sz="1600" dirty="0"/>
              <a:t> 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handleSalvaConfigurazione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della </a:t>
            </a:r>
            <a:r>
              <a:rPr sz="1600" dirty="0" err="1"/>
              <a:t>configurazione</a:t>
            </a:r>
            <a:r>
              <a:rPr sz="1600" dirty="0"/>
              <a:t> al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2810</Words>
  <Application>Microsoft Office PowerPoint</Application>
  <PresentationFormat>Personalizzato</PresentationFormat>
  <Paragraphs>565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Server side: DAO &amp; model objects</vt:lpstr>
      <vt:lpstr>Client side: view &amp; view component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Falco</cp:lastModifiedBy>
  <cp:revision>3</cp:revision>
  <dcterms:created xsi:type="dcterms:W3CDTF">2013-01-27T09:14:16Z</dcterms:created>
  <dcterms:modified xsi:type="dcterms:W3CDTF">2026-06-08T21:35:41Z</dcterms:modified>
  <cp:category/>
</cp:coreProperties>
</file>